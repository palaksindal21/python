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7" r:id="rId11"/>
    <p:sldId id="266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37BEB4-154F-4B82-943C-D6B35D8B22DA}" type="datetimeFigureOut">
              <a:rPr lang="en-IN" smtClean="0"/>
              <a:t>12-11-2024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10AE06-7FDA-42ED-B4B3-8651180D60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1275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10AE06-7FDA-42ED-B4B3-8651180D60F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4980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CA570-BB05-4C11-971F-DB250F3F95A5}" type="datetimeFigureOut">
              <a:rPr lang="en-IN" smtClean="0"/>
              <a:t>12-11-2024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C6C86-6939-46C3-AA36-FCE4E3DEDA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2012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CA570-BB05-4C11-971F-DB250F3F95A5}" type="datetimeFigureOut">
              <a:rPr lang="en-IN" smtClean="0"/>
              <a:t>12-11-2024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C6C86-6939-46C3-AA36-FCE4E3DEDA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55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CA570-BB05-4C11-971F-DB250F3F95A5}" type="datetimeFigureOut">
              <a:rPr lang="en-IN" smtClean="0"/>
              <a:t>12-11-2024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C6C86-6939-46C3-AA36-FCE4E3DEDA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074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CA570-BB05-4C11-971F-DB250F3F95A5}" type="datetimeFigureOut">
              <a:rPr lang="en-IN" smtClean="0"/>
              <a:t>12-11-2024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C6C86-6939-46C3-AA36-FCE4E3DEDA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7963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CA570-BB05-4C11-971F-DB250F3F95A5}" type="datetimeFigureOut">
              <a:rPr lang="en-IN" smtClean="0"/>
              <a:t>12-11-2024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C6C86-6939-46C3-AA36-FCE4E3DEDA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14908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CA570-BB05-4C11-971F-DB250F3F95A5}" type="datetimeFigureOut">
              <a:rPr lang="en-IN" smtClean="0"/>
              <a:t>12-11-2024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C6C86-6939-46C3-AA36-FCE4E3DEDA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8549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CA570-BB05-4C11-971F-DB250F3F95A5}" type="datetimeFigureOut">
              <a:rPr lang="en-IN" smtClean="0"/>
              <a:t>12-11-2024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C6C86-6939-46C3-AA36-FCE4E3DEDA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3133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CA570-BB05-4C11-971F-DB250F3F95A5}" type="datetimeFigureOut">
              <a:rPr lang="en-IN" smtClean="0"/>
              <a:t>12-11-2024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C6C86-6939-46C3-AA36-FCE4E3DEDA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9644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C6C86-6939-46C3-AA36-FCE4E3DEDA66}" type="slidenum">
              <a:rPr lang="en-IN" smtClean="0"/>
              <a:t>‹#›</a:t>
            </a:fld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CA570-BB05-4C11-971F-DB250F3F95A5}" type="datetimeFigureOut">
              <a:rPr lang="en-IN" smtClean="0"/>
              <a:t>12-11-2024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0640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CA570-BB05-4C11-971F-DB250F3F95A5}" type="datetimeFigureOut">
              <a:rPr lang="en-IN" smtClean="0"/>
              <a:t>12-11-2024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C6C86-6939-46C3-AA36-FCE4E3DEDA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3313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CA570-BB05-4C11-971F-DB250F3F95A5}" type="datetimeFigureOut">
              <a:rPr lang="en-IN" smtClean="0"/>
              <a:t>12-11-2024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C6C86-6939-46C3-AA36-FCE4E3DEDA66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637420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CA570-BB05-4C11-971F-DB250F3F95A5}" type="datetimeFigureOut">
              <a:rPr lang="en-IN" smtClean="0"/>
              <a:t>12-11-2024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C6C86-6939-46C3-AA36-FCE4E3DEDA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45028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CA570-BB05-4C11-971F-DB250F3F95A5}" type="datetimeFigureOut">
              <a:rPr lang="en-IN" smtClean="0"/>
              <a:t>12-11-2024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C6C86-6939-46C3-AA36-FCE4E3DEDA66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799693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CA570-BB05-4C11-971F-DB250F3F95A5}" type="datetimeFigureOut">
              <a:rPr lang="en-IN" smtClean="0"/>
              <a:t>12-11-2024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C6C86-6939-46C3-AA36-FCE4E3DEDA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48402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CA570-BB05-4C11-971F-DB250F3F95A5}" type="datetimeFigureOut">
              <a:rPr lang="en-IN" smtClean="0"/>
              <a:t>12-11-2024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C6C86-6939-46C3-AA36-FCE4E3DEDA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15737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CA570-BB05-4C11-971F-DB250F3F95A5}" type="datetimeFigureOut">
              <a:rPr lang="en-IN" smtClean="0"/>
              <a:t>12-11-2024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C6C86-6939-46C3-AA36-FCE4E3DEDA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7265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BCA570-BB05-4C11-971F-DB250F3F95A5}" type="datetimeFigureOut">
              <a:rPr lang="en-IN" smtClean="0"/>
              <a:t>12-11-2024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ABC6C86-6939-46C3-AA36-FCE4E3DEDA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3391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7B970-6992-C361-5C60-E7E5EB6C3B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200" cap="all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Sri Aurobindo institute of Technology</a:t>
            </a:r>
            <a:b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I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Computer Science and Engineering</a:t>
            </a:r>
            <a:b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I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MAJOR PROJECT - I</a:t>
            </a:r>
            <a:br>
              <a:rPr lang="en-US" sz="2400" cap="small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400" cap="small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PYCHESSMATE</a:t>
            </a:r>
            <a:endParaRPr lang="en-IN" sz="2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B354A7-EA15-9BE2-BA91-38A7164D7A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Guide Name – Mr. Sunil Parihar </a:t>
            </a:r>
          </a:p>
          <a:p>
            <a:r>
              <a:rPr lang="en-IN" dirty="0"/>
              <a:t>Submitted by - Aditya Ojha</a:t>
            </a:r>
          </a:p>
        </p:txBody>
      </p:sp>
    </p:spTree>
    <p:extLst>
      <p:ext uri="{BB962C8B-B14F-4D97-AF65-F5344CB8AC3E}">
        <p14:creationId xmlns:p14="http://schemas.microsoft.com/office/powerpoint/2010/main" val="706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77229-5A4C-D40B-7090-DE8FE95C6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8209A2-55EE-3542-C09A-A8C741718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IN" dirty="0"/>
              <a:t>Introduction</a:t>
            </a:r>
          </a:p>
          <a:p>
            <a:pPr>
              <a:buFont typeface="+mj-lt"/>
              <a:buAutoNum type="arabicPeriod"/>
            </a:pPr>
            <a:r>
              <a:rPr lang="en-IN" dirty="0"/>
              <a:t>System Development Life Cycle</a:t>
            </a:r>
          </a:p>
          <a:p>
            <a:pPr>
              <a:buFont typeface="+mj-lt"/>
              <a:buAutoNum type="arabicPeriod"/>
            </a:pPr>
            <a:r>
              <a:rPr lang="en-IN" dirty="0"/>
              <a:t>Analysis and Design</a:t>
            </a:r>
          </a:p>
          <a:p>
            <a:pPr>
              <a:buFont typeface="+mj-lt"/>
              <a:buAutoNum type="arabicPeriod"/>
            </a:pPr>
            <a:r>
              <a:rPr lang="en-IN" dirty="0"/>
              <a:t>Implementation</a:t>
            </a:r>
          </a:p>
          <a:p>
            <a:pPr>
              <a:buFont typeface="+mj-lt"/>
              <a:buAutoNum type="arabicPeriod"/>
            </a:pPr>
            <a:r>
              <a:rPr lang="en-IN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965848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118D9-BB85-FE5C-C273-AF43B608B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1. Introduction</a:t>
            </a:r>
            <a:br>
              <a:rPr lang="en-IN" dirty="0"/>
            </a:br>
            <a:r>
              <a:rPr lang="en-US" dirty="0"/>
              <a:t>PyChessMate: A Python-based Chess Application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66EFA6-6A8A-D0B4-B6F3-C284326B22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/>
              <a:t>Introduction:</a:t>
            </a:r>
          </a:p>
          <a:p>
            <a:r>
              <a:rPr lang="en-US" dirty="0"/>
              <a:t>PyChessMate is a Python-based chess application developed to provide users with a platform to play chess digitally.</a:t>
            </a:r>
          </a:p>
          <a:p>
            <a:r>
              <a:rPr lang="en-US" dirty="0"/>
              <a:t>It aims to offer a user-friendly and interactive environment for chess enthusiasts to enjoy the game.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sz="2000" dirty="0"/>
              <a:t>Purpose:</a:t>
            </a:r>
          </a:p>
          <a:p>
            <a:r>
              <a:rPr lang="en-US" dirty="0"/>
              <a:t>The primary purpose of PyChessMate is to act as a digital platform for playing chess, catering to both casual players and enthusiasts.</a:t>
            </a:r>
          </a:p>
        </p:txBody>
      </p:sp>
    </p:spTree>
    <p:extLst>
      <p:ext uri="{BB962C8B-B14F-4D97-AF65-F5344CB8AC3E}">
        <p14:creationId xmlns:p14="http://schemas.microsoft.com/office/powerpoint/2010/main" val="147888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2215-6548-36A0-E809-DFB663226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2. System Development Life Cycle Model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B2613-22FA-CF66-7019-229060DDAD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/>
              <a:t>SDLC Model: Agile</a:t>
            </a:r>
          </a:p>
          <a:p>
            <a:pPr marL="0" indent="0">
              <a:buNone/>
            </a:pPr>
            <a:r>
              <a:rPr lang="en-US" sz="2000" dirty="0"/>
              <a:t> Rationale:</a:t>
            </a:r>
          </a:p>
          <a:p>
            <a:r>
              <a:rPr lang="en-US" dirty="0"/>
              <a:t>Agile methodology was chosen for the development of PyChessMate due to its iterative and flexible nature.</a:t>
            </a:r>
          </a:p>
          <a:p>
            <a:r>
              <a:rPr lang="en-US" dirty="0"/>
              <a:t>It allows for frequent feedback, adaptability to changes, and incremental development, which is suitable for a project with evolving requirements.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7321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7F8ED9B-9891-F70B-3AA2-7D868E9565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1818" y="1081431"/>
            <a:ext cx="7924800" cy="55435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524EA54-7412-1A75-9DB3-84AF9878B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3. Analysis and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FB2D2-3C23-9802-6ACC-1C2A6743B9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Use Case Diagram</a:t>
            </a:r>
          </a:p>
        </p:txBody>
      </p:sp>
    </p:spTree>
    <p:extLst>
      <p:ext uri="{BB962C8B-B14F-4D97-AF65-F5344CB8AC3E}">
        <p14:creationId xmlns:p14="http://schemas.microsoft.com/office/powerpoint/2010/main" val="36839843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B773F-40A7-72B1-B84B-C99DE73CA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3. Analysis and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3B06D-BBF7-8DC0-A3D5-7BEB59989A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Activity Diagram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A84037-AFB5-D362-A422-C45E162F56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7327" y="0"/>
            <a:ext cx="39266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421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AAC999F-219B-B4B9-D4D6-754DBBBF00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7998" y="1225485"/>
            <a:ext cx="7125339" cy="56325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1BA2A58-11DF-76E5-C570-2948D2B25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3. Analysis and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30937-1E13-8501-EDC8-77A83AE49D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Sequence Diagram</a:t>
            </a:r>
          </a:p>
        </p:txBody>
      </p:sp>
    </p:spTree>
    <p:extLst>
      <p:ext uri="{BB962C8B-B14F-4D97-AF65-F5344CB8AC3E}">
        <p14:creationId xmlns:p14="http://schemas.microsoft.com/office/powerpoint/2010/main" val="16554617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7825F-25CF-FE60-76D2-B6BD7AA76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3. Analysis and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73E64C-781C-09AF-3ACC-61AAEAA2FB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Class Diagram</a:t>
            </a:r>
          </a:p>
        </p:txBody>
      </p:sp>
    </p:spTree>
    <p:extLst>
      <p:ext uri="{BB962C8B-B14F-4D97-AF65-F5344CB8AC3E}">
        <p14:creationId xmlns:p14="http://schemas.microsoft.com/office/powerpoint/2010/main" val="20691779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DCC37-11A0-750B-C9F5-F5C097DD4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3. Analysis and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E87AB-67DC-4987-4931-637436A52F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120636"/>
            <a:ext cx="8596668" cy="3880773"/>
          </a:xfrm>
        </p:spPr>
        <p:txBody>
          <a:bodyPr/>
          <a:lstStyle/>
          <a:p>
            <a:r>
              <a:rPr lang="en-IN" dirty="0"/>
              <a:t>Data Flow Diagram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4D8C4D-6B64-C22E-5D10-155219F25A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8696" y="373857"/>
            <a:ext cx="4962525" cy="11144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3A27DDB-500E-B99C-5772-F5A6611D1F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1696" y="1930400"/>
            <a:ext cx="3819525" cy="45815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870736C-4979-1855-ED17-336E1B471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058" y="1477962"/>
            <a:ext cx="6019800" cy="5486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714228C-CD5E-8B0B-7998-92CED8B88D6B}"/>
              </a:ext>
            </a:extLst>
          </p:cNvPr>
          <p:cNvSpPr txBox="1"/>
          <p:nvPr/>
        </p:nvSpPr>
        <p:spPr>
          <a:xfrm>
            <a:off x="7060676" y="1488282"/>
            <a:ext cx="1894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Level-0 DFD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93EB71-6E90-0228-D765-4C1E45A151C9}"/>
              </a:ext>
            </a:extLst>
          </p:cNvPr>
          <p:cNvSpPr txBox="1"/>
          <p:nvPr/>
        </p:nvSpPr>
        <p:spPr>
          <a:xfrm>
            <a:off x="7211504" y="6488668"/>
            <a:ext cx="2062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Level-1 DFD</a:t>
            </a:r>
          </a:p>
        </p:txBody>
      </p:sp>
    </p:spTree>
    <p:extLst>
      <p:ext uri="{BB962C8B-B14F-4D97-AF65-F5344CB8AC3E}">
        <p14:creationId xmlns:p14="http://schemas.microsoft.com/office/powerpoint/2010/main" val="25929682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7A031-B086-1CFF-BA5E-2A61C9E41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4.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C4EAF6-0B69-7476-195B-64F9455C44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dirty="0"/>
              <a:t>System Flow Diagram: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0D0F30-1477-8479-3343-4942A32321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5731" y="0"/>
            <a:ext cx="40660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3828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35B33-F982-7796-5B20-0FD05F8D9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4.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82CF0-BE63-F0CB-69FE-62B8533FD5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dirty="0"/>
              <a:t>Platform Used</a:t>
            </a:r>
          </a:p>
          <a:p>
            <a:pPr marL="0" indent="0">
              <a:buNone/>
            </a:pPr>
            <a:r>
              <a:rPr lang="en-IN" dirty="0"/>
              <a:t>Hardware Platform:</a:t>
            </a:r>
          </a:p>
          <a:p>
            <a:r>
              <a:rPr lang="en-IN" dirty="0"/>
              <a:t>Processor: Intel Core i3 </a:t>
            </a:r>
          </a:p>
          <a:p>
            <a:r>
              <a:rPr lang="en-IN" dirty="0"/>
              <a:t>RAM: 4GB</a:t>
            </a:r>
          </a:p>
          <a:p>
            <a:r>
              <a:rPr lang="en-IN" dirty="0"/>
              <a:t>Storage: 100MB available space</a:t>
            </a:r>
          </a:p>
          <a:p>
            <a:pPr marL="0" indent="0">
              <a:buNone/>
            </a:pPr>
            <a:r>
              <a:rPr lang="en-IN" dirty="0"/>
              <a:t>Software Platform:</a:t>
            </a:r>
          </a:p>
          <a:p>
            <a:r>
              <a:rPr lang="en-IN" sz="1800" dirty="0">
                <a:effectLst/>
                <a:latin typeface="Trebuchet MS" panose="020B0603020202020204" pitchFamily="34" charset="0"/>
                <a:ea typeface="Calibri" panose="020F0502020204030204" pitchFamily="34" charset="0"/>
              </a:rPr>
              <a:t>Programming Language: Python</a:t>
            </a:r>
            <a:endParaRPr lang="en-IN" dirty="0">
              <a:latin typeface="Trebuchet MS" panose="020B0603020202020204" pitchFamily="34" charset="0"/>
            </a:endParaRPr>
          </a:p>
          <a:p>
            <a:r>
              <a:rPr lang="en-IN" sz="1800" dirty="0">
                <a:effectLst/>
                <a:latin typeface="+mj-lt"/>
                <a:ea typeface="Calibri" panose="020F0502020204030204" pitchFamily="34" charset="0"/>
              </a:rPr>
              <a:t>Integrated Development Environment (IDE): Visual Studio Code</a:t>
            </a:r>
            <a:endParaRPr lang="en-IN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075690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E81AA-C443-9AD2-FCF3-965823F0F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4.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C89D9-44B0-95CB-3F04-6E47A7C547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dirty="0"/>
              <a:t>Testing Technique Used:</a:t>
            </a:r>
          </a:p>
          <a:p>
            <a:r>
              <a:rPr lang="en-IN" dirty="0"/>
              <a:t>Unit Testing</a:t>
            </a:r>
          </a:p>
          <a:p>
            <a:r>
              <a:rPr lang="en-IN" dirty="0"/>
              <a:t>User Acceptance Testing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41379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52FF8-A260-B522-9320-B93F57CEF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5.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AB822-55FC-1A57-2C19-31F3C9429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Important Features:</a:t>
            </a:r>
          </a:p>
          <a:p>
            <a:r>
              <a:rPr lang="en-US" dirty="0"/>
              <a:t>Interactive chessboard interface</a:t>
            </a:r>
          </a:p>
          <a:p>
            <a:r>
              <a:rPr lang="en-US" dirty="0"/>
              <a:t>Player vs. Player mode</a:t>
            </a:r>
          </a:p>
          <a:p>
            <a:r>
              <a:rPr lang="en-US" dirty="0"/>
              <a:t>Player vs. AI mode</a:t>
            </a:r>
          </a:p>
          <a:p>
            <a:pPr marL="0" indent="0">
              <a:buNone/>
            </a:pPr>
            <a:r>
              <a:rPr lang="en-US" sz="2000" dirty="0"/>
              <a:t>Limitations:</a:t>
            </a:r>
          </a:p>
          <a:p>
            <a:r>
              <a:rPr lang="en-US" dirty="0"/>
              <a:t>Lack of advanced features such as online multiplayer</a:t>
            </a:r>
          </a:p>
          <a:p>
            <a:pPr marL="0" indent="0">
              <a:buNone/>
            </a:pPr>
            <a:r>
              <a:rPr lang="en-US" sz="2000" dirty="0"/>
              <a:t>Future Work:</a:t>
            </a:r>
          </a:p>
          <a:p>
            <a:r>
              <a:rPr lang="en-US" dirty="0"/>
              <a:t>Adding online multiplayer functionality</a:t>
            </a:r>
          </a:p>
          <a:p>
            <a:r>
              <a:rPr lang="en-US" dirty="0"/>
              <a:t>Enhancing user interface with additional features (e.g. statistics)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88370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FE93391-0C5D-F9CD-3F1D-DB18A0BBDC6B}"/>
              </a:ext>
            </a:extLst>
          </p:cNvPr>
          <p:cNvSpPr txBox="1"/>
          <p:nvPr/>
        </p:nvSpPr>
        <p:spPr>
          <a:xfrm>
            <a:off x="3043238" y="2705725"/>
            <a:ext cx="610552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8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11133971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3894</TotalTime>
  <Words>321</Words>
  <Application>Microsoft Office PowerPoint</Application>
  <PresentationFormat>Widescreen</PresentationFormat>
  <Paragraphs>59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Times New Roman</vt:lpstr>
      <vt:lpstr>Trebuchet MS</vt:lpstr>
      <vt:lpstr>Wingdings 3</vt:lpstr>
      <vt:lpstr>Facet</vt:lpstr>
      <vt:lpstr>Sri Aurobindo institute of Technology Computer Science and Engineering MAJOR PROJECT - I PYCHESSMATE</vt:lpstr>
      <vt:lpstr>Table of Contents</vt:lpstr>
      <vt:lpstr>1. Introduction PyChessMate: A Python-based Chess Application</vt:lpstr>
      <vt:lpstr>2. System Development Life Cycle Model Used</vt:lpstr>
      <vt:lpstr>3. Analysis and Design</vt:lpstr>
      <vt:lpstr>3. Analysis and Design</vt:lpstr>
      <vt:lpstr>3. Analysis and Design</vt:lpstr>
      <vt:lpstr>3. Analysis and Design</vt:lpstr>
      <vt:lpstr>3. Analysis and Design</vt:lpstr>
      <vt:lpstr>4. Implementation</vt:lpstr>
      <vt:lpstr>4. Implementation</vt:lpstr>
      <vt:lpstr>4. Implementation</vt:lpstr>
      <vt:lpstr>5. 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Sri Aurobindo institute of Technology  PYCHESSMATE</dc:title>
  <dc:creator>sanjay ojha</dc:creator>
  <cp:lastModifiedBy>Aditya Ojha</cp:lastModifiedBy>
  <cp:revision>5</cp:revision>
  <dcterms:created xsi:type="dcterms:W3CDTF">2024-03-30T10:22:25Z</dcterms:created>
  <dcterms:modified xsi:type="dcterms:W3CDTF">2024-11-12T09:21:43Z</dcterms:modified>
</cp:coreProperties>
</file>